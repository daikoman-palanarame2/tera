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f77cfe87d0149ed" /><Relationship Type="http://schemas.openxmlformats.org/officeDocument/2006/relationships/extended-properties" Target="/docProps/app.xml" Id="R3146472efd7b4745" /><Relationship Type="http://schemas.openxmlformats.org/officeDocument/2006/relationships/officeDocument" Target="/ppt/presentation.xml" Id="R507d36dd3a114d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c5623002340d2"/>
  </p:sldMasterIdLst>
  <p:notesMasterIdLst>
    <p:notesMasterId xmlns:r="http://schemas.openxmlformats.org/officeDocument/2006/relationships" r:id="R03df86d9a95e4a06"/>
  </p:notesMasterIdLst>
  <p:sldIdLst>
    <p:sldId xmlns:r="http://schemas.openxmlformats.org/officeDocument/2006/relationships" id="256" r:id="R2f6253d039da4bae"/>
    <p:sldId xmlns:r="http://schemas.openxmlformats.org/officeDocument/2006/relationships" id="257" r:id="R36443a3ba9864336"/>
    <p:sldId xmlns:r="http://schemas.openxmlformats.org/officeDocument/2006/relationships" id="258" r:id="R3e551c0a2a584e44"/>
    <p:sldId xmlns:r="http://schemas.openxmlformats.org/officeDocument/2006/relationships" id="259" r:id="R3dd83cca90324424"/>
    <p:sldId xmlns:r="http://schemas.openxmlformats.org/officeDocument/2006/relationships" id="260" r:id="Rd81f4399ec6543ef"/>
    <p:sldId xmlns:r="http://schemas.openxmlformats.org/officeDocument/2006/relationships" id="261" r:id="R6a4deddfddb84a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dd832a97c84678" /><Relationship Type="http://schemas.openxmlformats.org/officeDocument/2006/relationships/slideMaster" Target="/ppt/slideMasters/slideMaster1.xml" Id="R86ac5623002340d2" /><Relationship Type="http://schemas.openxmlformats.org/officeDocument/2006/relationships/notesMaster" Target="/ppt/notesMasters/notesMaster1.xml" Id="R03df86d9a95e4a06" /><Relationship Type="http://schemas.openxmlformats.org/officeDocument/2006/relationships/presProps" Target="/ppt/presProps.xml" Id="R982783802b134bb6" /><Relationship Type="http://schemas.openxmlformats.org/officeDocument/2006/relationships/tableStyles" Target="/ppt/tableStyles.xml" Id="R67b6c5d96f3349d0" /><Relationship Type="http://schemas.openxmlformats.org/officeDocument/2006/relationships/slide" Target="/ppt/slides/slide1.xml" Id="R2f6253d039da4bae" /><Relationship Type="http://schemas.openxmlformats.org/officeDocument/2006/relationships/slide" Target="/ppt/slides/slide2.xml" Id="R36443a3ba9864336" /><Relationship Type="http://schemas.openxmlformats.org/officeDocument/2006/relationships/slide" Target="/ppt/slides/slide3.xml" Id="R3e551c0a2a584e44" /><Relationship Type="http://schemas.openxmlformats.org/officeDocument/2006/relationships/slide" Target="/ppt/slides/slide4.xml" Id="R3dd83cca90324424" /><Relationship Type="http://schemas.openxmlformats.org/officeDocument/2006/relationships/slide" Target="/ppt/slides/slide5.xml" Id="Rd81f4399ec6543ef" /><Relationship Type="http://schemas.openxmlformats.org/officeDocument/2006/relationships/slide" Target="/ppt/slides/slide6.xml" Id="R6a4deddfddb84a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aa8076cdc9c40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71cb8eea6884c5e" /><Relationship Type="http://schemas.openxmlformats.org/officeDocument/2006/relationships/notesMaster" Target="/ppt/notesMasters/notesMaster1.xml" Id="R4f194ccfcc59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56cda8b16d4716" /><Relationship Type="http://schemas.openxmlformats.org/officeDocument/2006/relationships/notesMaster" Target="/ppt/notesMasters/notesMaster1.xml" Id="R0331d4ef4ebf49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22dfad76a034c1b" /><Relationship Type="http://schemas.openxmlformats.org/officeDocument/2006/relationships/notesMaster" Target="/ppt/notesMasters/notesMaster1.xml" Id="R5f62d439c153425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5d8f85ad764ca7" /><Relationship Type="http://schemas.openxmlformats.org/officeDocument/2006/relationships/notesMaster" Target="/ppt/notesMasters/notesMaster1.xml" Id="R72bca29076044e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d0b3f8b2fe4428e" /><Relationship Type="http://schemas.openxmlformats.org/officeDocument/2006/relationships/notesMaster" Target="/ppt/notesMasters/notesMaster1.xml" Id="R6575469bda30405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db9e00aa8b449a" /><Relationship Type="http://schemas.openxmlformats.org/officeDocument/2006/relationships/notesMaster" Target="/ppt/notesMasters/notesMaster1.xml" Id="R78e114fad8bd4e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7e97dbd6e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c7a99ac7304f33" /><Relationship Type="http://schemas.openxmlformats.org/officeDocument/2006/relationships/slideLayout" Target="/ppt/slideLayouts/slideLayout1.xml" Id="R32471720d7a549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2471720d7a549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bbd15c30524c46" /><Relationship Type="http://schemas.openxmlformats.org/officeDocument/2006/relationships/notesSlide" Target="/ppt/notesSlides/notesSlide1.xml" Id="R3533a91860844a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1e34de1e84516" /><Relationship Type="http://schemas.openxmlformats.org/officeDocument/2006/relationships/notesSlide" Target="/ppt/notesSlides/notesSlide2.xml" Id="R42032b1ad64241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c72fb98ce41f6" /><Relationship Type="http://schemas.openxmlformats.org/officeDocument/2006/relationships/notesSlide" Target="/ppt/notesSlides/notesSlide3.xml" Id="Re35768758dc245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80d6678e64280" /><Relationship Type="http://schemas.openxmlformats.org/officeDocument/2006/relationships/notesSlide" Target="/ppt/notesSlides/notesSlide4.xml" Id="Rce43a4ff3ff14f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443c012764f78" /><Relationship Type="http://schemas.openxmlformats.org/officeDocument/2006/relationships/notesSlide" Target="/ppt/notesSlides/notesSlide5.xml" Id="Re21d08f594a04d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5d1c52355e4c7c" /><Relationship Type="http://schemas.openxmlformats.org/officeDocument/2006/relationships/notesSlide" Target="/ppt/notesSlides/notesSlide6.xml" Id="Rccf3178b2dde488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EA2ED7D1-E33A-4416-870C-356A4315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ROCmRoute Zero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70D75DC7-1F19-486A-B8D1-EC4F38FD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local intelligence on AMD ROCm — zero external inference tokens.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00350540-E5A8-4F50-A2E8-131D00AE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AMD DEVELOPER HACKATHON · TRACK 1</a:t>
            </a:r>
          </a:p>
        </p:txBody>
      </p:sp>
    </p:spTree>
    <p:extLst>
      <p:ext uri="{BB962C8B-B14F-4D97-AF65-F5344CB8AC3E}">
        <p14:creationId xmlns:p14="http://schemas.microsoft.com/office/powerpoint/2010/main" val="8795199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CF00A2E-0015-48D0-84F0-1C672C9E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6C458D9-DA33-4C04-B194-255BBFFD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Correctness first. External tokens never.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B3BEF5B-A66A-451C-8F28-7855682D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constraint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Answer diverse hidden tasks accurately while minimizing counted external model usage.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B359E1A-0DFE-4DD4-A93E-34EC5787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risk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single generic model response can violate exact formats, counts, labels, or required evidence.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F8DCABFE-F7E1-49E2-AC23-28D28668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Our approach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Route provable work to deterministic solvers and uncertain work to verified local inference.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6ECB84AD-EF28-421A-962D-DAF6D985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result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local-only pipeline with explicit schema validation and no Fireworks fallback path.</a:t>
            </a:r>
          </a:p>
        </p:txBody>
      </p:sp>
    </p:spTree>
    <p:extLst>
      <p:ext uri="{BB962C8B-B14F-4D97-AF65-F5344CB8AC3E}">
        <p14:creationId xmlns:p14="http://schemas.microsoft.com/office/powerpoint/2010/main" val="1892229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459EA005-E98C-4CB8-BF0E-EEAAB210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2486389B-DD56-4191-B91F-D62E6EFD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execution layers turn prompts into verified answers</a:t>
            </a:r>
          </a:p>
        </p:txBody>
      </p:sp>
      <p:cxnSp>
        <p:nvCxnSpPr>
          <p:cNvPr id="15" name="Google-Shape-2259-p159-4"/>
          <p:cNvCxnSpPr/>
          <p:nvPr/>
        </p:nvCxnSpPr>
        <p:spPr>
          <a:xfrm xmlns:a="http://schemas.openxmlformats.org/drawingml/2006/main">
            <a:off x="337757" y="3373755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6980B93A-7F37-453D-A00D-5148849EB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7826A9CA-A7D1-41FF-9A8F-88179AE1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D8E1B05A-FB84-4DF3-AC3B-F6EE7530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20225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Content-Placeholder-15-8">
            <a:extLst xmlns:a="http://schemas.openxmlformats.org/drawingml/2006/main">
              <a:ext uri="{FF2B5EF4-FFF2-40B4-BE49-F238E27FC236}">
                <a16:creationId xmlns:a16="http://schemas.microsoft.com/office/drawing/2014/main" id="{4B4A87BB-65E7-439C-8810-26A1B182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PROVE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84F89747-4DB1-4330-818F-0556F232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156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GENERATE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A760B860-A82D-4556-B0DB-C2FF7D7C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18" y="2843308"/>
            <a:ext cx="1612868" cy="2624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VERIFY</a:t>
            </a:r>
          </a:p>
        </p:txBody>
      </p:sp>
      <p:sp>
        <p:nvSpPr>
          <p:cNvPr id="10" name="Text-Placeholder-16-11">
            <a:extLst xmlns:a="http://schemas.openxmlformats.org/drawingml/2006/main">
              <a:ext uri="{FF2B5EF4-FFF2-40B4-BE49-F238E27FC236}">
                <a16:creationId xmlns:a16="http://schemas.microsoft.com/office/drawing/2014/main" id="{43662C27-C659-481D-8B5E-A6DAEDF0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Qwen on ROCm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vLLM serves Qwen2.5-Coder-7B entirely on the AMD GPU.</a:t>
            </a:r>
          </a:p>
        </p:txBody>
      </p:sp>
      <p:sp>
        <p:nvSpPr>
          <p:cNvPr id="11" name="Text-Placeholder-16-12">
            <a:extLst xmlns:a="http://schemas.openxmlformats.org/drawingml/2006/main">
              <a:ext uri="{FF2B5EF4-FFF2-40B4-BE49-F238E27FC236}">
                <a16:creationId xmlns:a16="http://schemas.microsoft.com/office/drawing/2014/main" id="{4093B877-1D15-4D65-9BF6-4BCDA0C2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Deterministic solvers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Arithmetic and structured tasks execute without model generation.</a:t>
            </a:r>
          </a:p>
        </p:txBody>
      </p:sp>
      <p:sp>
        <p:nvSpPr>
          <p:cNvPr id="12" name="Text-Placeholder-16-13">
            <a:extLst xmlns:a="http://schemas.openxmlformats.org/drawingml/2006/main">
              <a:ext uri="{FF2B5EF4-FFF2-40B4-BE49-F238E27FC236}">
                <a16:creationId xmlns:a16="http://schemas.microsoft.com/office/drawing/2014/main" id="{2B2BD351-4211-41CE-A28B-DF73454F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5862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Constraint repair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ROVL checks exact structure, content requirements, and formatting.</a:t>
            </a:r>
          </a:p>
        </p:txBody>
      </p:sp>
    </p:spTree>
    <p:extLst>
      <p:ext uri="{BB962C8B-B14F-4D97-AF65-F5344CB8AC3E}">
        <p14:creationId xmlns:p14="http://schemas.microsoft.com/office/powerpoint/2010/main" val="5926747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334A696C-B343-4F03-B87C-297DBF98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C0056681-DC4E-4BFB-A752-4252246F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6EE1E0C-A1B5-4E80-ABA3-F82305C45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66A46CFF-74AA-42FB-81F7-0AD4348F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714D3E1C-E4DB-4726-A276-1086734E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AMD notebook validated the core claim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8FC026E5-60F7-438E-B8D1-DFD96A19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 / 16 public tasks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37D0FE3-5515-443F-AFBF-49409D33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automated tests passing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4B416E19-BA8C-4A65-9D46-77B6D96A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tokens and calls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490778FE-B292-4647-9404-DAE53D0F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100%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26753967-9C5E-443B-8527-573FC99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F612F39-0A73-4626-893E-821276D8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292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B2033E8E-7700-4B8B-B04F-7A9A3D70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RETIRED PUBLIC VALIDATION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16-task end-to-end run on ROCm 7.2, PyTorch 2.9, and vLLM 0.16.1. Public validation demonstrates readiness but does not guarantee hidden-set accuracy.</a:t>
            </a:r>
          </a:p>
        </p:txBody>
      </p:sp>
    </p:spTree>
    <p:extLst>
      <p:ext uri="{BB962C8B-B14F-4D97-AF65-F5344CB8AC3E}">
        <p14:creationId xmlns:p14="http://schemas.microsoft.com/office/powerpoint/2010/main" val="7921860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5D47019C-0AE5-4639-A23A-8A2377C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13031177-81C1-43EC-9395-3A77777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Submission behavior is reproducible and fail-closed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200BEA7-9379-4AFF-AB93-ABF5DE36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Offline at runtime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Qwen weights are bundled during image build; judging performs no model download.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A3CCC44-7900-4A2C-8CD9-A91C0015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Automatic startup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entrypoint launches vLLM, waits for health, and then processes /input/tasks.json.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6FE1B5E-DAF9-4B86-A318-E473DABD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Complete output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task ID must appear once, in order, with a non-empty answer.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A56FE380-05A6-4E92-B3A5-D0D93A25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Strict egress 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External fallback is hard-disabled and Fireworks credentials are explicitly cleared.</a:t>
            </a:r>
          </a:p>
        </p:txBody>
      </p:sp>
    </p:spTree>
    <p:extLst>
      <p:ext uri="{BB962C8B-B14F-4D97-AF65-F5344CB8AC3E}">
        <p14:creationId xmlns:p14="http://schemas.microsoft.com/office/powerpoint/2010/main" val="16899270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-1">
            <a:extLst xmlns:a="http://schemas.openxmlformats.org/drawingml/2006/main">
              <a:ext uri="{FF2B5EF4-FFF2-40B4-BE49-F238E27FC236}">
                <a16:creationId xmlns:a16="http://schemas.microsoft.com/office/drawing/2014/main" id="{0D77B011-49ED-4B65-A948-B60992BA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proof. Local generation. Verified output.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D0872D00-6224-4CC3-BD76-B7CC423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AMD ROCm 7.2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Qwen2.5-Coder-7B + vLLM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Zero external inference tokens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D6DD492C-BE7B-4D70-A44D-0D25AE8C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ROCmRoute Zero</a:t>
            </a:r>
          </a:p>
        </p:txBody>
      </p:sp>
    </p:spTree>
    <p:extLst>
      <p:ext uri="{BB962C8B-B14F-4D97-AF65-F5344CB8AC3E}">
        <p14:creationId xmlns:p14="http://schemas.microsoft.com/office/powerpoint/2010/main" val="12591505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2026-07-13T11:56:14.2850000Z</dcterms:created>
  <dcterms:modified xsi:type="dcterms:W3CDTF">2026-07-13T11:56:14.2850000Z</dcterms:modified>
</coreProperties>
</file>